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LGS Master's Programs: Tuition Pricing &amp; Scholarship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A900"/>
                </a:solidFill>
                <a:latin typeface="Calibri"/>
              </a:rPr>
              <a:t>Emory Laney Graduate School — Phase 2 (v2)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April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 — Top 5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MDP is Emory's costliest and most-discounted master's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$108k average gross, $49k net, 55% discount rate across 135 full-load students over the 8-year panel ($8.4M in LGS scholarships).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Two programs operate at 0% discount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Data Science (n=11) and MBID (n=8) show gross = net for every full-load student. Obvious candidates for a pricing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Enrollment is bimodal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Computer Science (154) and MDP (135) together account for 59% of the 493-student sample; eight other programs share the remaining 41%.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Computer Science is 86% international — and still ~49% discounted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Emory competes for these students on price as well as visa-friendliness; aid does not scale down as international share rises.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Emory sits mid-pack against peers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Annualized gross tuition ~$47–51k across Data/CS, Economics, and General buckets — below Columbia/NYU ($65–91k) and above Georgia Tech's in-state rates ($31–41k).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Discount rates vary six-fold across programs — MDP tops the list at 55% while Data Science and MBID give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iscount_rate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Per-semester billing is consistent Fall/Spring — Summer reveals MDP's heaviest discounting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A900"/>
                </a:solidFill>
                <a:latin typeface="Calibri"/>
              </a:rPr>
              <a:t>Charts sorted by Fall gross tuition for easy cross-semester comparison. df_pricing population (gross tuition ≥ $20k).</a:t>
            </a:r>
          </a:p>
        </p:txBody>
      </p:sp>
      <p:pic>
        <p:nvPicPr>
          <p:cNvPr id="6" name="Picture 5" descr="gross_net_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74320"/>
            <a:ext cx="7573975" cy="1993392"/>
          </a:xfrm>
          <a:prstGeom prst="rect">
            <a:avLst/>
          </a:prstGeom>
        </p:spPr>
      </p:pic>
      <p:pic>
        <p:nvPicPr>
          <p:cNvPr id="7" name="Picture 6" descr="gross_net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40864"/>
            <a:ext cx="7573975" cy="1993392"/>
          </a:xfrm>
          <a:prstGeom prst="rect">
            <a:avLst/>
          </a:prstGeom>
        </p:spPr>
      </p:pic>
      <p:pic>
        <p:nvPicPr>
          <p:cNvPr id="8" name="Picture 7" descr="gross_net_sum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407408"/>
            <a:ext cx="7573975" cy="1993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High international share doesn't come with lower aid — Computer Science is 86% international AND 49% discounted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intl_pct_vs_discoun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Computer Science enrollment has roughly doubled since 2022 — driving nearly all of Emory's LGS master's volume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enrollment_trend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Discount rates are broadly stable year-over-year — no program is systematically tightening aid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discount_rate_trend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Emory's annualized tuition ($47–51k) undercuts Columbia/NYU by $20–40k and sits above Georgia Tech's in-state rates — mid-market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peer_benchmark_emory_vs_p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Notes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Source data: institutional Excel exports of gross tuition billed and LGS scholarship awards; 8-year panel spanning AY 2019 through AY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Net tuition is clipped at zero. In rare cases a kept scholarship exceeds billed tuition for a partial-term student; we report that student as paying $0 rather than a negative amount.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Scholarship filter retains descriptions containing 'lgs' and drops external/federal awards (Pell, GRFP, Yellow Ribbon, Americorps, etc.) plus generic LGS 'special' awards, so discount rates reflect institutional aid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Small-n programs are merged: ECONMS + ECON4P1MS → Economics; DATASCIMS + QTMMS → Data Science; DEVPRACMDP + HUMANRTCRT → MDP.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Annualization for peer comparison uses program-specific terms-per-year (from the Information Sheet plus empirical seasonal distribution) rather than a blanket 2-term assumption. This corrects a ~33% understatement for 3-term programs such as MDP and Data Science.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Programs with zero kept scholarship (Data Science, MBID) are retained in the summary with a 0% discount rate — this is intentional and flags potential pricing discrepancies.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v2 pricing filter (df_pricing): avg gross/net tuition, discount rate, and peer benchmark exclude 11 of 493 student-program rows with total billed tuition under $20,000. These reflect single-course or partial-term billings with ~$0 scholarship that were depressing averages and compressing the gross-vs-net gap. Enrollment counts, international mix, and per-year trend charts continue to use the full population.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